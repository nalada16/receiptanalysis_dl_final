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3E50"/>
                </a:solidFill>
                <a:latin typeface="Microsoft JhengHei"/>
              </a:rPr>
              <a:t>Task 2 Layer 3：商品語意分群與個人增量分析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Microsoft JhengHei"/>
              </a:rPr>
              <a:t>電子發票消費行為診斷 ｜ 成員 C</a:t>
            </a:r>
          </a:p>
          <a:p>
            <a:r>
              <a:rPr sz="1800" b="0">
                <a:solidFill>
                  <a:srgbClr val="555555"/>
                </a:solidFill>
                <a:latin typeface="Microsoft JhengHei"/>
              </a:rPr>
              <a:t>以 BERT embedding 建立商品分類，拆解「這個月多花的錢：變貴 vs 買更多」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41148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1. 任務定位與資料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任務：商品語意分群 → 重複購買/單價追蹤 → 個人增量分析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回答：這個月比平常多花的錢，花在哪些類型商品、是變貴還是買更多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輸入（成員 A）：2613 筆明細、3 人、2025-09～2026-05、6 類消費標籤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BERT [CLS] embedding 2613×768，逐列對齊；直接複用、不重訓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關鍵設計：分群中間向量供下游通膨分析使用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2. 系統架構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404" y="1325880"/>
            <a:ext cx="629088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A 清洗+分類 → B 時序預測+異常 → C 商品分群+通膨拆解（本報告）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3. 商品語意分群 — 主方法與結果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方法：BERT embedding → UMAP(5D, cosine) → HDBSCAN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群數 ~110（自動決定，免設 K）、noise 6.9%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purity 0.99 / homogeneity 0.95 / silhouette 0.88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分群品質佳：美式咖啡群（中/大/特大）、牛肉麵店餐點群、手搖飲群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3.1 分群方法對照（為何選 UMAP+HDBSCAN）</a:t>
            </a:r>
          </a:p>
        </p:txBody>
      </p:sp>
      <p:pic>
        <p:nvPicPr>
          <p:cNvPr id="3" name="Picture 2" descr="exp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325880"/>
            <a:ext cx="896112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Microsoft JhengHei"/>
              </a:rPr>
              <a:t>• UMAP 把 noise 從 32% 砍到 7%、silhouette 最高 0.88</a:t>
            </a:r>
          </a:p>
          <a:p>
            <a:r>
              <a:rPr sz="1400">
                <a:solidFill>
                  <a:srgbClr val="2C3E50"/>
                </a:solidFill>
                <a:latin typeface="Microsoft JhengHei"/>
              </a:rPr>
              <a:t>• BERT emb 直接 KMeans(K=6) 還原 6 類：ARI 0.97 → embedding 品質高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3.2 與 Baseline 對照（驗證方法價值）</a:t>
            </a:r>
          </a:p>
        </p:txBody>
      </p:sp>
      <p:pic>
        <p:nvPicPr>
          <p:cNvPr id="3" name="Picture 2" descr="exp_slide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53" y="1325880"/>
            <a:ext cx="823958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Microsoft JhengHei"/>
              </a:rPr>
              <a:t>• 解決『語意辨識不清』：覆蓋率 Regex 44% → Ours 93%</a:t>
            </a:r>
          </a:p>
          <a:p>
            <a:r>
              <a:rPr sz="1400">
                <a:solidFill>
                  <a:srgbClr val="2C3E50"/>
                </a:solidFill>
                <a:latin typeface="Microsoft JhengHei"/>
              </a:rPr>
              <a:t>• 解決『雜訊干擾』：noise TF-IDF 36% → Ours 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4. 為何三人一起分群（pooled）</a:t>
            </a:r>
          </a:p>
        </p:txBody>
      </p:sp>
      <p:pic>
        <p:nvPicPr>
          <p:cNvPr id="3" name="Picture 2" descr="exp_per_user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84" y="1325880"/>
            <a:ext cx="6528527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Microsoft JhengHei"/>
              </a:rPr>
              <a:t>• 分群=建公共商品字典(pooled)；診斷=讀個人帳本(分人)</a:t>
            </a:r>
          </a:p>
          <a:p>
            <a:r>
              <a:rPr sz="1400">
                <a:solidFill>
                  <a:srgbClr val="2C3E50"/>
                </a:solidFill>
                <a:latin typeface="Microsoft JhengHei"/>
              </a:rPr>
              <a:t>• 分開分群：小資料量 user 2 可分析類型砍半(8→4)、失去跨人可比 → 否決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5. 顆粒度：兩層式商品分類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細群 ~110 對增量分析太細 → 合併細群中心向量成『超類型』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K=15 太粗（134 款揉一團，無法命名）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K=25 採用：飲料/咖啡/正餐/拉麵分開，bar 數適中、好講故事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K=35 類別更純但略瑣碎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最終兩層：精準層（細群，追單一商品）＋ 故事層（超類型 K=25）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6. 主結果：個人增量分析（精準層）</a:t>
            </a:r>
          </a:p>
        </p:txBody>
      </p:sp>
      <p:pic>
        <p:nvPicPr>
          <p:cNvPr id="3" name="Picture 2" descr="step3c_us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25880"/>
            <a:ext cx="10058399" cy="43468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Microsoft JhengHei"/>
              </a:rPr>
              <a:t>• 這個月 vs 平常月均，按類型拆成『變貴(價)』與『買更多(量)』</a:t>
            </a:r>
          </a:p>
          <a:p>
            <a:r>
              <a:rPr sz="1400">
                <a:solidFill>
                  <a:srgbClr val="2C3E50"/>
                </a:solidFill>
                <a:latin typeface="Microsoft JhengHei"/>
              </a:rPr>
              <a:t>• 右圖：各類型單價成長歷史（清燉牛肉 +11%、波士頓 −6%）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6.1 主結果：超類型故事層（K=25）</a:t>
            </a:r>
          </a:p>
        </p:txBody>
      </p:sp>
      <p:pic>
        <p:nvPicPr>
          <p:cNvPr id="3" name="Picture 2" descr="step3d_K25_us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25880"/>
            <a:ext cx="10058398" cy="4344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C3E50"/>
                </a:solidFill>
                <a:latin typeface="Microsoft JhengHei"/>
              </a:rPr>
              <a:t>• 以大類呈現『這個月多花在哪』，headline 更好講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6.2 兩個核心發現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① 個人通膨是『品項分化』的，不是齊漲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user 1：清燉牛肉 +11%、沙拉飯 +9%，但波士頓 −6%、紅茶持平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② 多花的錢常來自『買更多』而非『變貴』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user 1『清燉牛肉類』本月多花 1003 元 = 買更多 860 + 變貴 143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555555"/>
                </a:solidFill>
                <a:latin typeface="Microsoft JhengHei"/>
              </a:rPr>
              <a:t>    – （平常每月 2.25 份 → 本月 6 份；單價 229→253）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7. 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資料偏食：飲食佔 ~82%，結論主要適用高頻飲食類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發票覆蓋率：現金/訂閱/轉帳無發票，範圍限可由發票觀察的消費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低頻品項（&lt;10 次）無法納入商品群（良性邊界）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超類型目前用前 3 名品項自動命名，未來可用 LLM 命名成『手搖飲類』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8B1A2B"/>
                </a:solidFill>
                <a:latin typeface="Microsoft JhengHei"/>
              </a:rPr>
              <a:t>8. 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高品質商品語意分群（noise 7%、purity 0.99），有完整方法對照與 baseline 驗證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兩層商品分類體系（細群追價 + 超類型講故事），並以實驗否決分開分群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C3E50"/>
                </a:solidFill>
                <a:latin typeface="Microsoft JhengHei"/>
              </a:rPr>
              <a:t>• 完成個人消費增量分析，拆解『變貴 vs 買更多』，揭示個人通膨的品項分化特性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